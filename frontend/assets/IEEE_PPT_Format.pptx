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8288000" cy="10287000"/>
  <p:notesSz cx="6858000" cy="9144000"/>
  <p:embeddedFontLst>
    <p:embeddedFont>
      <p:font typeface="Calibri (MS)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22" autoAdjust="0"/>
  </p:normalViewPr>
  <p:slideViewPr>
    <p:cSldViewPr>
      <p:cViewPr>
        <p:scale>
          <a:sx n="50" d="100"/>
          <a:sy n="50" d="100"/>
        </p:scale>
        <p:origin x="725" y="3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0529" y="149640"/>
            <a:ext cx="18126932" cy="9987724"/>
            <a:chOff x="0" y="0"/>
            <a:chExt cx="24169243" cy="13316965"/>
          </a:xfrm>
        </p:grpSpPr>
        <p:sp>
          <p:nvSpPr>
            <p:cNvPr id="14" name="Freeform 14"/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619289" y="331950"/>
            <a:ext cx="1113784" cy="1426227"/>
            <a:chOff x="0" y="0"/>
            <a:chExt cx="1485046" cy="19016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3092989" y="3940647"/>
            <a:ext cx="12102021" cy="78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dirty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43935" y="1575244"/>
            <a:ext cx="796191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IN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890504" y="7381590"/>
            <a:ext cx="5808470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IN" sz="3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</a:t>
            </a:r>
            <a:endParaRPr lang="en-US" sz="3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719"/>
              </a:lnSpc>
            </a:pPr>
            <a:endParaRPr lang="en-US" sz="3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F27943-6650-5DD1-30D7-E8AAE90A5E34}"/>
              </a:ext>
            </a:extLst>
          </p:cNvPr>
          <p:cNvSpPr txBox="1"/>
          <p:nvPr/>
        </p:nvSpPr>
        <p:spPr>
          <a:xfrm>
            <a:off x="5651525" y="422467"/>
            <a:ext cx="69849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PSG COLLEGE OF TECHNOLOGY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SRISHTI 2K26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01D07C-DB61-8AD7-FEC9-2ED52B00B267}"/>
              </a:ext>
            </a:extLst>
          </p:cNvPr>
          <p:cNvSpPr txBox="1"/>
          <p:nvPr/>
        </p:nvSpPr>
        <p:spPr>
          <a:xfrm>
            <a:off x="5277106" y="1943819"/>
            <a:ext cx="77337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FLAGSHIP 3-VisionX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EXPO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70A4DA1-5591-EACF-4786-CF7A7C76587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482605" y="332832"/>
            <a:ext cx="4277129" cy="14498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1126BF-B21D-D1F2-0FC9-631C56B84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883" y="307433"/>
            <a:ext cx="3137440" cy="1475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/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6149340" y="716622"/>
            <a:ext cx="6699366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PROBLEM AND NEED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2D81CC-E07C-B850-FC26-CCD18F47A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883" y="307433"/>
            <a:ext cx="3006602" cy="14752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C5D20E9-F6DD-8673-F97F-F3BD0C7BA397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86600-CF1E-D919-9849-FD0FEC34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55125D-13B2-5C95-BA25-2BEDC3F86299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C95005-16CE-FC30-0290-88C9BA9641DE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DD0A762-1227-B05E-88B9-21E90A59950E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23CA047-5B8D-EBF3-1CC7-4B0FA0235D55}"/>
              </a:ext>
            </a:extLst>
          </p:cNvPr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69F877C-FA17-8CCE-59B4-74D65A236DC4}"/>
              </a:ext>
            </a:extLst>
          </p:cNvPr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56CA50-7554-F1B4-D6C1-9DC6459074E1}"/>
              </a:ext>
            </a:extLst>
          </p:cNvPr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999552A-D6A4-1D72-648C-48E6D1CF0E72}"/>
              </a:ext>
            </a:extLst>
          </p:cNvPr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06FBE1A-4722-7A2B-501B-A62A1B2B50DE}"/>
              </a:ext>
            </a:extLst>
          </p:cNvPr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3394285-18F1-A7A1-E3FA-DF312E478825}"/>
              </a:ext>
            </a:extLst>
          </p:cNvPr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1A0D0E2-3099-CC2A-C1F8-374C6DB1BEDD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CE237FF-F854-B6DA-C4D6-3BA56699639C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580A1FA-7CFA-CB5B-729F-BCC3021EE26C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5E8D03B-9B02-E66B-4F3E-B1FBABD60DCB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DA17AB6-8A8D-69D3-AC08-75FDF8644509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56FBC94-0ACA-0660-789A-7C95DE77F7FF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CAF1C5D-0DF7-2E44-F132-20E6C953924F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65565FE1-98F4-3413-6F88-9DB61F494791}"/>
              </a:ext>
            </a:extLst>
          </p:cNvPr>
          <p:cNvSpPr txBox="1"/>
          <p:nvPr/>
        </p:nvSpPr>
        <p:spPr>
          <a:xfrm>
            <a:off x="6149340" y="716622"/>
            <a:ext cx="6699366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EXISTING SOLUTIONS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3F7EA6-40C2-98E0-3A79-A105DC045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70" y="307433"/>
            <a:ext cx="3070365" cy="14752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57EE5C2-5793-D2C3-EF42-8D3AE0625CF7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459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B4A1F-9E8D-0957-91D0-3090808B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0EF99F-A3EF-303E-DE6D-52ABAED750FE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A502FF-E130-7455-EBE9-C2626D0CC97F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FA2D48-1A92-8FFC-AEA2-8368831AD09B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814E4E0-17D3-717B-3648-FACEC4E64BC6}"/>
              </a:ext>
            </a:extLst>
          </p:cNvPr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27ACC73-01E5-FD89-D179-FAFF94BA9AA8}"/>
              </a:ext>
            </a:extLst>
          </p:cNvPr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EFA3B66-501C-CBB4-5F60-2AC71FEEF5E5}"/>
              </a:ext>
            </a:extLst>
          </p:cNvPr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C8A52B1-9EA9-3E2A-8C35-258B8E1976B0}"/>
              </a:ext>
            </a:extLst>
          </p:cNvPr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D95A384-B7AB-C226-19B1-09568330CF28}"/>
              </a:ext>
            </a:extLst>
          </p:cNvPr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292A34-34A0-2FE5-1AAB-B6D752C65D9A}"/>
              </a:ext>
            </a:extLst>
          </p:cNvPr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BC560E9-E031-3D5D-2E96-B2A71DBD0523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4B0AAEA-AFEA-88CB-A412-EC471111F763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60C9017-CB1D-9470-B7AD-266D3BB36D1E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46037CA-587C-2F1E-B66F-30D1F745263F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F9F6B65-D753-48F1-5102-BFD2E06512A2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DDEF452-21D9-B982-A66D-5E3297973568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FE46D91-37E5-6C17-F36B-B270CA841E1E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3EBAC202-5E51-BF06-06BC-5B7C7FEB2BA9}"/>
              </a:ext>
            </a:extLst>
          </p:cNvPr>
          <p:cNvSpPr txBox="1"/>
          <p:nvPr/>
        </p:nvSpPr>
        <p:spPr>
          <a:xfrm>
            <a:off x="6149340" y="716622"/>
            <a:ext cx="6699366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PROJECT OBJECTIVES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DAFFB64-C75B-FBB3-8B5A-E06AF9450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307433"/>
            <a:ext cx="3044135" cy="14752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E1D26B-D03F-4A14-3C83-EA296636E0EF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024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B2514-9420-3D63-B039-B8D8DADE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BE5629C-2770-5D02-D8B3-FF07DBBAB34E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C419464-C5AF-7EDA-12C9-27A9AFA6E055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092BB17-5F5F-CE21-6CF7-BC2F9A45A11B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BE525CED-CF3E-D3C7-726A-81B0F816834A}"/>
              </a:ext>
            </a:extLst>
          </p:cNvPr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0FCE506-D885-5437-4C46-12E5AB075E06}"/>
              </a:ext>
            </a:extLst>
          </p:cNvPr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D7C6BE-35D4-6B8A-2329-17E88CD7D8D4}"/>
              </a:ext>
            </a:extLst>
          </p:cNvPr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51C9BAA-97C8-F347-BEDE-3B9DB10C3E16}"/>
              </a:ext>
            </a:extLst>
          </p:cNvPr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B4F9A09-CC5B-48D7-CCB8-98E1C608BEAA}"/>
              </a:ext>
            </a:extLst>
          </p:cNvPr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5111DB7-F22F-D354-DD3E-639F6B512296}"/>
              </a:ext>
            </a:extLst>
          </p:cNvPr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6AD0735-A3BD-0BCE-BF1E-94856B52D4BE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B1BF241-59DA-66B6-3FA9-1BD8BB05C188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C0A36D6-B1E5-5119-6F34-DD446490B8FB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BA0FDD1-E4E4-E329-B4EE-65714DD4E203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CA3A290-FBA1-E74B-5FE6-C0A57227FB3C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0B9660F-E4E6-79B9-961F-A8B5447A1E44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7916710-9B71-9975-B945-DA56B7B8E1C2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F569036F-D66B-9FEA-048B-EA1A89F4E286}"/>
              </a:ext>
            </a:extLst>
          </p:cNvPr>
          <p:cNvSpPr txBox="1"/>
          <p:nvPr/>
        </p:nvSpPr>
        <p:spPr>
          <a:xfrm>
            <a:off x="6149340" y="716622"/>
            <a:ext cx="6699366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WORKING PRINCIPLE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0C5FB30-2B2B-79DA-735D-61B07FE38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70" y="307433"/>
            <a:ext cx="3127515" cy="14752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EEC65E-C162-E89B-5CE9-E4FD13FE21D2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3"/>
            <a:ext cx="4196134" cy="9489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AB9C7C-8D2D-5360-261E-9A0F38CEA8EE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1547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2CDC3-2BFE-F432-AD6C-C51BAD73A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7C69D1-2883-3841-3A5C-767EC63E0248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9C75FD4-DB24-12DD-85AC-F137F2E2C29F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9D40296-4970-7F41-5123-3F6BFEBC626B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2ACF613-0B97-8B47-9CAD-A13C73853AD7}"/>
              </a:ext>
            </a:extLst>
          </p:cNvPr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A4B23D5-C2C0-982C-7417-6FDCF7EB4384}"/>
              </a:ext>
            </a:extLst>
          </p:cNvPr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05A2829-FA8D-83C9-C7EF-DCD179EF083F}"/>
              </a:ext>
            </a:extLst>
          </p:cNvPr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BB9AECC-9876-52BD-ADCB-9EC5DEC4C0E7}"/>
              </a:ext>
            </a:extLst>
          </p:cNvPr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1334CD1-6C14-7EB8-0331-C605C4B1E0C3}"/>
              </a:ext>
            </a:extLst>
          </p:cNvPr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BA5E02D-2926-BFC3-4E9C-27C85D2AC1E7}"/>
              </a:ext>
            </a:extLst>
          </p:cNvPr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97E171C-E796-E861-E37C-36D253B4186C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211C0B6-063B-F558-45F1-1B4936FD000A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C1C7A6E-C2DD-8CC6-AEB7-0913BE6F6507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13CBBC3-43A2-A08A-9BD1-8145EA4D8410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F4B7979-90F0-8AA3-0B61-A10F136F2D45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8C3094C-942E-FB91-77D1-2ACBCE4C3FB3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2F285FC-D3BB-23BB-114C-76D48626D987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E048ABD2-6A5B-A4DF-8DA7-0B930086F95E}"/>
              </a:ext>
            </a:extLst>
          </p:cNvPr>
          <p:cNvSpPr txBox="1"/>
          <p:nvPr/>
        </p:nvSpPr>
        <p:spPr>
          <a:xfrm>
            <a:off x="6149340" y="716622"/>
            <a:ext cx="6699366" cy="1445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DESIGN AND IMPLEMENTATION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4865D78-60F1-1D92-ADE8-84C33DA38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70" y="307433"/>
            <a:ext cx="3127515" cy="14752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1B5155-45DF-9FE6-8FB6-C7A6022B1789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6247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B47F43-B654-8E02-B4DD-F8AAE6D4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DE4FE1-99AA-21DF-6DE4-5B7A67A8BE79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B0E79D9-C0B8-B687-1583-46B563CC7E42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B6B0DE4-FCE7-AD8C-DDD4-AE765F263A45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9CC61E27-2974-30AC-4FB9-7A347B8734BA}"/>
              </a:ext>
            </a:extLst>
          </p:cNvPr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EE39CA-7840-4146-0562-7A6ACB6578DD}"/>
              </a:ext>
            </a:extLst>
          </p:cNvPr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2B1E1D1-C93F-789E-E3E5-8DCC5AA2357A}"/>
              </a:ext>
            </a:extLst>
          </p:cNvPr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85FED95-2428-9DA5-BEE5-5D216A82FEBE}"/>
              </a:ext>
            </a:extLst>
          </p:cNvPr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098D498-3D3F-C911-449E-A33993C12DE6}"/>
              </a:ext>
            </a:extLst>
          </p:cNvPr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DE88151-6337-D4CC-4182-22F8177D7697}"/>
              </a:ext>
            </a:extLst>
          </p:cNvPr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1E29B00-A2BE-3521-5D68-0DE806EC6D00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EA0F6DD-F14E-38DF-9EC6-92928B84A5C1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83AD481-EA58-55EA-7DDD-73D19E7559D0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19002FB-3DE9-A534-B65B-D22018233A42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885CAB8-58BC-6706-DD65-1C66134EFB27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FF4DB66-D08A-950A-EB4A-5EDB44A5954E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B2EC4BB-E355-2F72-0C37-E24AE142E2F7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56D0CB0D-D000-54D6-5D14-A63A36A0922A}"/>
              </a:ext>
            </a:extLst>
          </p:cNvPr>
          <p:cNvSpPr txBox="1"/>
          <p:nvPr/>
        </p:nvSpPr>
        <p:spPr>
          <a:xfrm>
            <a:off x="6149340" y="716622"/>
            <a:ext cx="6699366" cy="1445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RESULTS AND PERFORMANCE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7ABDD9D-7DC3-B58D-FE01-F305D42A5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70" y="307433"/>
            <a:ext cx="3127515" cy="14752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CCFF4A-D285-41BD-CB66-88A9C9908A45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19450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E0694-7138-D878-15D8-5847C34FA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017651F-4887-26F5-9A9A-16AD08713CD4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F8D6ECC-189B-00FD-B1CF-D6D299D823EC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26B623A-A7B8-76E7-2B9F-EB862A304F4D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899EA86-82DA-A20B-663E-6FBEDF94EE54}"/>
              </a:ext>
            </a:extLst>
          </p:cNvPr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4AD55C8-F0B6-7A58-B728-76E6F15FE9AC}"/>
              </a:ext>
            </a:extLst>
          </p:cNvPr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9F7FDB-5E3C-A69A-2574-A13E1EA25F37}"/>
              </a:ext>
            </a:extLst>
          </p:cNvPr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29BCEB1-CFFF-1428-8E92-64F96C37B1F8}"/>
              </a:ext>
            </a:extLst>
          </p:cNvPr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413A6F6-423B-5E04-C3C0-CC10FE18BA48}"/>
              </a:ext>
            </a:extLst>
          </p:cNvPr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10D065-D0A2-7E2E-CA49-21E933ED5877}"/>
              </a:ext>
            </a:extLst>
          </p:cNvPr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060A013-B06D-97C2-EE68-C9540FA564EA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3AE325B-A0EF-46E7-5B3D-E6F6C2D55391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4C278ED-B9D5-29B1-6EDB-D4AB8B276A2B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0852C0E-9F34-F6C9-FA5D-441954588A9F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6E3B402-A416-CA03-82FB-1B1AF9179183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2FD01C2-586A-F23E-A469-F8DE0A226504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258B81A-0621-B98F-708C-C99BABC3B608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22AEB9D6-641A-A68D-1497-8D01054B3302}"/>
              </a:ext>
            </a:extLst>
          </p:cNvPr>
          <p:cNvSpPr txBox="1"/>
          <p:nvPr/>
        </p:nvSpPr>
        <p:spPr>
          <a:xfrm>
            <a:off x="6149340" y="716622"/>
            <a:ext cx="6699366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 AND CONS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FE1828-B92D-3BA6-C5E0-16892E700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70" y="307433"/>
            <a:ext cx="3127515" cy="14752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67ED5F-CA8F-3CC2-F5DA-A5662476D62F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9206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093CE-A93D-7156-10D0-AC791997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316A28-44A8-1269-9A8D-39592867D76B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B73B0B-CDA6-0F4B-E409-745B595FC036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611C3F1-955A-6110-FDBE-03786E9EBD10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FBEF8A7-78C3-A508-587A-6998BDD69983}"/>
              </a:ext>
            </a:extLst>
          </p:cNvPr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958F38E-AB82-9374-D5D4-12D28E586EE3}"/>
              </a:ext>
            </a:extLst>
          </p:cNvPr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DAE5A2-103A-22DD-D994-C150D5F99511}"/>
              </a:ext>
            </a:extLst>
          </p:cNvPr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17CF1A0-54E6-885A-6D1F-D7236809D494}"/>
              </a:ext>
            </a:extLst>
          </p:cNvPr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422DDAC-1247-4C50-3034-B54D4856A3FC}"/>
              </a:ext>
            </a:extLst>
          </p:cNvPr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6E5EC54-A6EA-86F3-D94F-A5293B27C799}"/>
              </a:ext>
            </a:extLst>
          </p:cNvPr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4E63A4C-0C79-0371-90C4-6595BE899060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DF2C30E-772A-174C-E012-EDF6A8EE32EC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990893B-6168-489B-4389-AD1F351541B0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D37F6D7-293E-BBF8-E77E-84C906B37519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D1D7F90C-864B-B473-0735-EBFB453DCAEE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AAD9B5F-7713-7283-E224-AF0C3F1699DC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4D07B91-AF01-7A56-5417-5A060350CC5B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78429A18-0A1B-579F-39EE-6FAF7D538847}"/>
              </a:ext>
            </a:extLst>
          </p:cNvPr>
          <p:cNvSpPr txBox="1"/>
          <p:nvPr/>
        </p:nvSpPr>
        <p:spPr>
          <a:xfrm>
            <a:off x="6149340" y="716622"/>
            <a:ext cx="6699366" cy="1445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E0446C8-82E4-0188-33C9-D742AEF70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70" y="307433"/>
            <a:ext cx="3127515" cy="14752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46A6A69-3066-4688-7EC7-1668DAE126F0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96836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EB59F-7748-3272-2DAD-F64038251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F779CF1-9AA1-62CB-A312-3175FBA19126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1741DA-927F-5544-E3A1-2D491C462473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522860-013C-00AD-8204-94D2B1D6D555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A34CB696-E52D-C18F-DC92-F55CC3BBFB6C}"/>
              </a:ext>
            </a:extLst>
          </p:cNvPr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A82BC29-1035-04C6-4EF0-7EE371D67671}"/>
              </a:ext>
            </a:extLst>
          </p:cNvPr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B33A7FF-7BA3-2EF8-3E8D-BF9209442812}"/>
              </a:ext>
            </a:extLst>
          </p:cNvPr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00A23E6-F1DC-36EB-7592-6B9D948E8C0A}"/>
              </a:ext>
            </a:extLst>
          </p:cNvPr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C5C8491-C860-993E-BEBD-AE8DED2DFEFB}"/>
              </a:ext>
            </a:extLst>
          </p:cNvPr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0C11FAE-C2D4-8948-2733-D35D45A49B6D}"/>
              </a:ext>
            </a:extLst>
          </p:cNvPr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7C1855F-7E60-81BE-4999-0550EC8CD7CC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2AD36F4-ABE3-2578-1565-2CCB465BF532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16AECD3-9F3D-11CA-A301-62318145D93D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D6BCEF8-D8BE-C7B0-6F86-7550E4AFE8B3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4A4E8BD-E9C5-9A94-C985-DEF983C1B545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E210919-3DE8-20C3-C344-680851DAEDDD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2C51F7E-DF22-F6CF-9285-D2FE614A1672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7C641ED7-E7D9-DFA8-1395-2F602BACA274}"/>
              </a:ext>
            </a:extLst>
          </p:cNvPr>
          <p:cNvSpPr txBox="1"/>
          <p:nvPr/>
        </p:nvSpPr>
        <p:spPr>
          <a:xfrm>
            <a:off x="6149340" y="716622"/>
            <a:ext cx="6699366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C764CE-DDB0-DE9A-D6A5-9F4D0D48F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70" y="307433"/>
            <a:ext cx="3127515" cy="14752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A8FCFFB-7D86-2837-3655-6EF49C088C42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96982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ECED8-09D0-C9AE-2805-6A026D35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5AD896-48BD-4C7E-C124-608B1269E0DE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03A005-B493-AA56-0001-00DF20362425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4FF4295-184C-7949-A2DC-F71A35277D70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B4BEFA67-4266-9EA8-B03E-97747B235A8E}"/>
              </a:ext>
            </a:extLst>
          </p:cNvPr>
          <p:cNvSpPr txBox="1"/>
          <p:nvPr/>
        </p:nvSpPr>
        <p:spPr>
          <a:xfrm>
            <a:off x="6149340" y="9523095"/>
            <a:ext cx="5989320" cy="51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19E620 – INNOVATION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AC4B495-743F-998D-1A1B-2C293FF4AFD2}"/>
              </a:ext>
            </a:extLst>
          </p:cNvPr>
          <p:cNvSpPr txBox="1"/>
          <p:nvPr/>
        </p:nvSpPr>
        <p:spPr>
          <a:xfrm>
            <a:off x="5463538" y="636454"/>
            <a:ext cx="7246622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9746477-003B-9CE9-76C6-DAEB2DDA7AF7}"/>
              </a:ext>
            </a:extLst>
          </p:cNvPr>
          <p:cNvSpPr txBox="1"/>
          <p:nvPr/>
        </p:nvSpPr>
        <p:spPr>
          <a:xfrm>
            <a:off x="5520687" y="1433322"/>
            <a:ext cx="7246621" cy="86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ELECTRONICS ENGINEERING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C99A469-42E6-573F-2831-4748722684A2}"/>
              </a:ext>
            </a:extLst>
          </p:cNvPr>
          <p:cNvSpPr txBox="1"/>
          <p:nvPr/>
        </p:nvSpPr>
        <p:spPr>
          <a:xfrm>
            <a:off x="5382141" y="2066127"/>
            <a:ext cx="7523712" cy="114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19E620 - INNOVATION PRACTICES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E79D84-72DC-0165-4337-7DF62AD86647}"/>
              </a:ext>
            </a:extLst>
          </p:cNvPr>
          <p:cNvSpPr txBox="1"/>
          <p:nvPr/>
        </p:nvSpPr>
        <p:spPr>
          <a:xfrm>
            <a:off x="1348740" y="6090633"/>
            <a:ext cx="1981893" cy="108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r>
              <a:rPr lang="en-US" sz="24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F2F1E68-4834-F6D2-40B0-6FEFD2ED90E3}"/>
              </a:ext>
            </a:extLst>
          </p:cNvPr>
          <p:cNvSpPr txBox="1"/>
          <p:nvPr/>
        </p:nvSpPr>
        <p:spPr>
          <a:xfrm>
            <a:off x="13309540" y="6298449"/>
            <a:ext cx="2573310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3EC35B2-93B5-AB5B-618E-B2852C312716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6267D1A-8DBD-64F1-FA18-1AEF510DBF94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52AE904-DCFC-2DB4-53D8-03C59FC323D7}"/>
              </a:ext>
            </a:extLst>
          </p:cNvPr>
          <p:cNvGrpSpPr/>
          <p:nvPr/>
        </p:nvGrpSpPr>
        <p:grpSpPr>
          <a:xfrm>
            <a:off x="80529" y="149640"/>
            <a:ext cx="18126940" cy="9987720"/>
            <a:chOff x="0" y="0"/>
            <a:chExt cx="24169254" cy="1331696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AFB18D9-D9A9-0829-41A2-4569C126856D}"/>
                </a:ext>
              </a:extLst>
            </p:cNvPr>
            <p:cNvSpPr/>
            <p:nvPr/>
          </p:nvSpPr>
          <p:spPr>
            <a:xfrm>
              <a:off x="12700" y="12700"/>
              <a:ext cx="24143843" cy="13291565"/>
            </a:xfrm>
            <a:custGeom>
              <a:avLst/>
              <a:gdLst/>
              <a:ahLst/>
              <a:cxnLst/>
              <a:rect l="l" t="t" r="r" b="b"/>
              <a:pathLst>
                <a:path w="24143843" h="13291565">
                  <a:moveTo>
                    <a:pt x="0" y="567309"/>
                  </a:moveTo>
                  <a:cubicBezTo>
                    <a:pt x="0" y="254000"/>
                    <a:pt x="254254" y="0"/>
                    <a:pt x="567817" y="0"/>
                  </a:cubicBezTo>
                  <a:lnTo>
                    <a:pt x="23576026" y="0"/>
                  </a:lnTo>
                  <a:cubicBezTo>
                    <a:pt x="23889590" y="0"/>
                    <a:pt x="24143843" y="254000"/>
                    <a:pt x="24143843" y="567309"/>
                  </a:cubicBezTo>
                  <a:lnTo>
                    <a:pt x="24143843" y="12724257"/>
                  </a:lnTo>
                  <a:cubicBezTo>
                    <a:pt x="24143843" y="13037565"/>
                    <a:pt x="23889590" y="13291565"/>
                    <a:pt x="23576026" y="13291565"/>
                  </a:cubicBezTo>
                  <a:lnTo>
                    <a:pt x="567817" y="13291565"/>
                  </a:lnTo>
                  <a:cubicBezTo>
                    <a:pt x="254254" y="13291565"/>
                    <a:pt x="0" y="13037565"/>
                    <a:pt x="0" y="127242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D174D6B9-65B1-7543-1168-6A72A9B7DC87}"/>
                </a:ext>
              </a:extLst>
            </p:cNvPr>
            <p:cNvSpPr/>
            <p:nvPr/>
          </p:nvSpPr>
          <p:spPr>
            <a:xfrm>
              <a:off x="0" y="0"/>
              <a:ext cx="24169243" cy="13316965"/>
            </a:xfrm>
            <a:custGeom>
              <a:avLst/>
              <a:gdLst/>
              <a:ahLst/>
              <a:cxnLst/>
              <a:rect l="l" t="t" r="r" b="b"/>
              <a:pathLst>
                <a:path w="24169243" h="13316965">
                  <a:moveTo>
                    <a:pt x="0" y="580009"/>
                  </a:moveTo>
                  <a:cubicBezTo>
                    <a:pt x="0" y="259715"/>
                    <a:pt x="259842" y="0"/>
                    <a:pt x="580517" y="0"/>
                  </a:cubicBezTo>
                  <a:lnTo>
                    <a:pt x="23588726" y="0"/>
                  </a:lnTo>
                  <a:lnTo>
                    <a:pt x="23588726" y="12700"/>
                  </a:lnTo>
                  <a:lnTo>
                    <a:pt x="23588726" y="0"/>
                  </a:lnTo>
                  <a:cubicBezTo>
                    <a:pt x="23909274" y="0"/>
                    <a:pt x="24169243" y="259715"/>
                    <a:pt x="24169243" y="580009"/>
                  </a:cubicBezTo>
                  <a:lnTo>
                    <a:pt x="24156543" y="580009"/>
                  </a:lnTo>
                  <a:lnTo>
                    <a:pt x="24169243" y="580009"/>
                  </a:lnTo>
                  <a:lnTo>
                    <a:pt x="24169243" y="12736957"/>
                  </a:lnTo>
                  <a:lnTo>
                    <a:pt x="24156543" y="12736957"/>
                  </a:lnTo>
                  <a:lnTo>
                    <a:pt x="24169243" y="12736957"/>
                  </a:lnTo>
                  <a:cubicBezTo>
                    <a:pt x="24169243" y="13057251"/>
                    <a:pt x="23909401" y="13316965"/>
                    <a:pt x="23588726" y="13316965"/>
                  </a:cubicBezTo>
                  <a:lnTo>
                    <a:pt x="23588726" y="13304265"/>
                  </a:lnTo>
                  <a:lnTo>
                    <a:pt x="23588726" y="13316965"/>
                  </a:lnTo>
                  <a:lnTo>
                    <a:pt x="580517" y="13316965"/>
                  </a:lnTo>
                  <a:lnTo>
                    <a:pt x="580517" y="13304265"/>
                  </a:lnTo>
                  <a:lnTo>
                    <a:pt x="580517" y="13316965"/>
                  </a:lnTo>
                  <a:cubicBezTo>
                    <a:pt x="259969" y="13316965"/>
                    <a:pt x="0" y="13057251"/>
                    <a:pt x="0" y="12736957"/>
                  </a:cubicBezTo>
                  <a:lnTo>
                    <a:pt x="0" y="580009"/>
                  </a:lnTo>
                  <a:lnTo>
                    <a:pt x="12700" y="580009"/>
                  </a:lnTo>
                  <a:lnTo>
                    <a:pt x="0" y="580009"/>
                  </a:lnTo>
                  <a:moveTo>
                    <a:pt x="25400" y="580009"/>
                  </a:moveTo>
                  <a:lnTo>
                    <a:pt x="25400" y="12736957"/>
                  </a:lnTo>
                  <a:lnTo>
                    <a:pt x="12700" y="12736957"/>
                  </a:lnTo>
                  <a:lnTo>
                    <a:pt x="25400" y="12736957"/>
                  </a:lnTo>
                  <a:cubicBezTo>
                    <a:pt x="25400" y="13043281"/>
                    <a:pt x="273939" y="13291565"/>
                    <a:pt x="580517" y="13291565"/>
                  </a:cubicBezTo>
                  <a:lnTo>
                    <a:pt x="23588726" y="13291565"/>
                  </a:lnTo>
                  <a:cubicBezTo>
                    <a:pt x="23895304" y="13291565"/>
                    <a:pt x="24143843" y="13043281"/>
                    <a:pt x="24143843" y="12736957"/>
                  </a:cubicBezTo>
                  <a:lnTo>
                    <a:pt x="24143843" y="580009"/>
                  </a:lnTo>
                  <a:cubicBezTo>
                    <a:pt x="24143843" y="273685"/>
                    <a:pt x="23895304" y="25400"/>
                    <a:pt x="23588726" y="25400"/>
                  </a:cubicBezTo>
                  <a:lnTo>
                    <a:pt x="580517" y="25400"/>
                  </a:lnTo>
                  <a:lnTo>
                    <a:pt x="580517" y="12700"/>
                  </a:lnTo>
                  <a:lnTo>
                    <a:pt x="580517" y="25400"/>
                  </a:lnTo>
                  <a:cubicBezTo>
                    <a:pt x="273939" y="25400"/>
                    <a:pt x="25400" y="273685"/>
                    <a:pt x="25400" y="580009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A126DB5-2847-522C-DA98-317F954DAE68}"/>
              </a:ext>
            </a:extLst>
          </p:cNvPr>
          <p:cNvGrpSpPr>
            <a:grpSpLocks noChangeAspect="1"/>
          </p:cNvGrpSpPr>
          <p:nvPr/>
        </p:nvGrpSpPr>
        <p:grpSpPr>
          <a:xfrm>
            <a:off x="465633" y="451184"/>
            <a:ext cx="1113784" cy="1426227"/>
            <a:chOff x="0" y="0"/>
            <a:chExt cx="1485046" cy="190163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8414049-CCFF-7552-D79A-B5730DC3E167}"/>
                </a:ext>
              </a:extLst>
            </p:cNvPr>
            <p:cNvSpPr/>
            <p:nvPr/>
          </p:nvSpPr>
          <p:spPr>
            <a:xfrm>
              <a:off x="0" y="0"/>
              <a:ext cx="1485011" cy="1901698"/>
            </a:xfrm>
            <a:custGeom>
              <a:avLst/>
              <a:gdLst/>
              <a:ahLst/>
              <a:cxnLst/>
              <a:rect l="l" t="t" r="r" b="b"/>
              <a:pathLst>
                <a:path w="1485011" h="1901698">
                  <a:moveTo>
                    <a:pt x="0" y="0"/>
                  </a:moveTo>
                  <a:lnTo>
                    <a:pt x="1485011" y="0"/>
                  </a:lnTo>
                  <a:lnTo>
                    <a:pt x="1485011" y="1901698"/>
                  </a:lnTo>
                  <a:lnTo>
                    <a:pt x="0" y="190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t="-1586" r="-2" b="-1583"/>
              </a:stretch>
            </a:blipFill>
          </p:spPr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C1992ECC-8F25-8418-CCFF-01181F12FB9F}"/>
              </a:ext>
            </a:extLst>
          </p:cNvPr>
          <p:cNvSpPr txBox="1"/>
          <p:nvPr/>
        </p:nvSpPr>
        <p:spPr>
          <a:xfrm>
            <a:off x="6149340" y="716622"/>
            <a:ext cx="6699366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48F5E18-F94D-1641-F6D7-20D44C7C8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70" y="307433"/>
            <a:ext cx="3127515" cy="14752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3BC4C5-13D7-1F13-84D0-77A8A17546D2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t="13724" r="7884"/>
          <a:stretch>
            <a:fillRect/>
          </a:stretch>
        </p:blipFill>
        <p:spPr bwMode="auto">
          <a:xfrm>
            <a:off x="13563600" y="332832"/>
            <a:ext cx="4196134" cy="1381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670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302</Words>
  <Application>Microsoft Office PowerPoint</Application>
  <PresentationFormat>Custom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Calibri (MS)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MED_INNOVATORS_iTech.pptx</dc:title>
  <dc:creator>Dell</dc:creator>
  <cp:lastModifiedBy>Rathika Rajagopal</cp:lastModifiedBy>
  <cp:revision>7</cp:revision>
  <dcterms:created xsi:type="dcterms:W3CDTF">2006-08-16T00:00:00Z</dcterms:created>
  <dcterms:modified xsi:type="dcterms:W3CDTF">2026-09-29T11:51:17Z</dcterms:modified>
  <dc:identifier>DAG38AjwXM0</dc:identifier>
</cp:coreProperties>
</file>